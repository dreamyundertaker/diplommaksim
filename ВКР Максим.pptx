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b095ead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b095ead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b095ead5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b095ead5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b095ead5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b095ead5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b095ead5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b095ead5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b095ead5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b095ead5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b095ead5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b095ead5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b095ead5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b095ead5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b095ead5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b095ead5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b095ead5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b095ead5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b095ead5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b095ead5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b095ead5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b095ead5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b095ead5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b095ead5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Разработка веб-сервиса для прослушивания аудиокниг «AudiobookFlow»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Выпускная квалификационная работа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ru" sz="2000">
                <a:solidFill>
                  <a:schemeClr val="dk1"/>
                </a:solidFill>
              </a:rPr>
              <a:t>Студент: ФИО | Группа: ИСдо-45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ru" sz="2000">
                <a:solidFill>
                  <a:schemeClr val="dk1"/>
                </a:solidFill>
              </a:rPr>
              <a:t>Руководитель: ФИО | Нормоконтролёр: ФИО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ru" sz="2000">
                <a:solidFill>
                  <a:schemeClr val="dk1"/>
                </a:solidFill>
              </a:rPr>
              <a:t>Ульяновск,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Актуальность и проблематика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Рост рынка аудиокниг: +15–20% ежегодно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Проблемы существующих платформ: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Закрытые экосистемы и дорогие подписки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Рассинхронизация прогресса между устройствами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Требуют установки отдельных приложений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Решение: кроссплатформенный веб-сервис без установки ПО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Формат аудиокниг активно растёт, но большинство решений либо требуют установки приложений, либо имеют закрытую экосистему и высокую стоимость. Наш проект закрывает потребность в лёгком, доступном и синхронизированном веб-доступе.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 и задачи проекта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23334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🎯 Цель: создание функционального, безопасного и экономически обоснованного веб-сервиса для каталогизации и прослушивания аудиокниг.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📋 Задачи: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Анализ рынка и аналогов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Выбор стека и проектирование архитектуры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Разработка модулей: каталог, плеер, профиль, админка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Обеспечение безопасности данных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Экономическое обоснование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Для достижения цели был последовательно решён ряд задач: от аналитики и проектирования до реализации ключевых модулей и расчёта экономической эффективности.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рынка и конкуренты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👥 ЦА: 16–45 лет (студенты, специалисты, люди с ОВЗ)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📊 Аналоги: Литрес, Storytel, Bookmate, Audiobooks.com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✅ Преимущества AudiobookFlow: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Цена подписки: 179 руб./мес (на 60–70% ниже аналогов)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Доступ из браузера без установки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Адаптивный плеер с синхронизацией прогресса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Открытая архитектура и гибкая монетизация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Анализ показал дефицит лёгких веб-решений. Наш сервис предлагает доступную подписку, кроссплатформенность и удобный плеер, что даёт конкурентное преимущество.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Технологический стек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⚙️ Backend: Python + Django (MVT, ORM, админка «из коробки»)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🌐 Frontend: HTML5/CSS3/JS + Bootstrap 5 (адаптив, легковесность)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🗄 СУБД: PostgreSQL (ACID, JSONB, полнотекстовый поиск)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🖥 Инфраструктура: Gunicorn + Nginx + Docker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🔒 Безопасность: CSRF/XSS/SQLi-защита, PBKDF2, HTTPS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Выбор Django обусловлен скоростью разработки, встроенной безопасностью и готовой админ-панелью. PostgreSQL обеспечивает надёжность транзакций, а связка Gunicorn+Nginx+Docker гарантирует масштабируемость.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Архитектура и проектирование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🏗 Архитектура: клиент-серверная, паттерн MVT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📦 Модули: core, accounts, catalog, player, reviews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📐 Диаграммы UML: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Вариантов использования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Компонентов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Последовательности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Деятельности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ER-модель БД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Система разделена на независимые приложения. На этапе проектирования разработаны UML-диаграммы, описывающие логику взаимодействия пользователей, сервера и базы данных.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91963"/>
            <a:ext cx="4572000" cy="3711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Функциональные возможности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👤 Гость: каталог, поиск, фильтрация, регистрация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🎧 Пользователь: плеер, синхронизация прогресса, плейлисты, избранное, рецензии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🛡 Администратор: загрузка контента, модерация, управление пользователями, аналитика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Реализована ролевая модель: гость знакомится с каталогом, авторизованный пользователь управляет прогрессом и плейлистами, администратор контролирует контент и пользователей.</a:t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52475"/>
            <a:ext cx="4051823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 и аудиоплеер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41790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📱 Адаптивный дизайн: Desktop / Tablet / Mobile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🎛 Плеер: HTML5 Audio API + кастомный JS-контроллер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⏱ Синхронизация: автосохранение каждые 30 сек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🔒 Защита медиа: авторизованные эндпоинты, скрытые прямые ссылки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Интерфейс построен на Bootstrap 5 с кастомными стилями. Плеер работает без перезагрузки страниц, автоматически сохраняет позицию и защищён от прямого скачивания файлов.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5221" y="1152475"/>
            <a:ext cx="4748780" cy="3856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Информационная безопасность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🛡 Встроенная защита Django: экранирование шаблонов, CSRF-токены, параметризированные запросы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🔐 Транспорт: HTTPS-шифрование (Let's Encrypt)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🚫 Контроль доступа: временные ссылки, Nginx internal для медиа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📊 Мониторинг: логирование, Rate Limit, резервное копирование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Безопасность реализована на всех уровнях: от валидации входных данных и защиты от инъекций до шифрования трафика и контроля доступа к аудиофайлам.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Экономическое обоснование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4260300" cy="39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💰 Затраты на разработку: 120 500 руб.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📦 Стартовые вложения: 219 085 руб. (включая оборудование)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📈 Модель монетизации: подписка 179 руб./мес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⏳ Срок окупаемости: ~5 месяцев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📊 Чистая прибыль после окупаемости: ~39 960 руб./мес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Расчёт себестоимости учитывает трудозатраты, амортизацию и налоги. При консервативном прогнозе продаж проект окупается за 5 месяцев и выходит на стабильную прибыль.</a:t>
            </a:r>
            <a:endParaRPr/>
          </a:p>
        </p:txBody>
      </p:sp>
      <p:pic>
        <p:nvPicPr>
          <p:cNvPr id="113" name="Google Shape;113;p22" title="Диаграмма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52475"/>
            <a:ext cx="4572000" cy="2827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Тестирование и производительность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✅ Сценарии: auth, playback, sync, pagination, playlists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🌐 Браузеры: Chrome, Firefox, Safari, Edge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⚡ Время отклика: ≤1.2 сек при 50 сессиях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🔄 Устойчивость: восстановление прогресса при обрыве связи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📉 Нагрузка: пагинация, кэширование, асинхронная подгрузка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Тестирование подтвердило стабильность работы всех модулей. Плеер корректно восстанавливает позицию, интерфейс адаптируется под устройства, время отклика соответствует требованиям.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 и перспективы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🏁 Итоги: цель достигнута, задачи выполнены, продукт готов к деплою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🚀 Перспективы развития: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PWA для офлайн-режима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ML-рекомендации на основе поведения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Интеграция платёжных шлюзов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API для партнёрских издательств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Проект полностью соответствует техническому заданию. В дальнейшем планируется внедрение офлайн-режима, рекомендательной системы и биллингового модуля.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